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latin typeface="Times New Roman"/>
              </a:rPr>
              <a:t>INTERNSHIP PROJECT</a:t>
            </a:r>
          </a:p>
          <a:p>
            <a:pPr algn="ctr"/>
            <a:r>
              <a:rPr sz="3000" b="1">
                <a:latin typeface="Times New Roman"/>
              </a:rPr>
              <a:t>Student Result Processing System</a:t>
            </a:r>
          </a:p>
          <a:p>
            <a:pPr algn="ctr"/>
            <a:r>
              <a:rPr sz="2000">
                <a:latin typeface="Times New Roman"/>
              </a:rPr>
              <a:t>AICTE – EduSkills Virtual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4023360"/>
            <a:ext cx="7589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latin typeface="Times New Roman"/>
              </a:rPr>
              <a:t>Submitted by: Mahi Mahi</a:t>
            </a:r>
          </a:p>
          <a:p>
            <a:pPr algn="ctr"/>
            <a:r>
              <a:rPr sz="1800">
                <a:latin typeface="Times New Roman"/>
              </a:rPr>
              <a:t>Roll No.: 2410030461 | Batch: 3CSE20</a:t>
            </a:r>
          </a:p>
          <a:p>
            <a:pPr algn="ctr"/>
            <a:r>
              <a:rPr sz="1800">
                <a:latin typeface="Times New Roman"/>
              </a:rPr>
              <a:t>B.Tech CSE, IILM University,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latin typeface="Times New Roman"/>
              </a:rPr>
              <a:t>Internship &amp; Organization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Organization: EduSkills Academy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Domain: EdTech &amp; Skill Development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Mode: Online / Virtual Internship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Duration: 10 Weeks (Apr 2026 – Jun 2026)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Role: Intern | Platform: EduSkills LMS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Project: Student Result Processing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latin typeface="Times New Roman"/>
              </a:rP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Process raw student academic records in a structured manner.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Calculate total marks and percentage for each student.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Assign letter grades using predefined performance thresholds.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Rank students according to overall academic performance.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Apply Python programming concepts to a practical data-processing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latin typeface="Times New Roman"/>
              </a:rPr>
              <a:t>Technologies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Programming Language: Python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String manipulation and input parsing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Lists and dictionaries for student data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Conditional logic for grade assignment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JSON serialization for structured data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Sorting for final student ranking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latin typeface="Times New Roman"/>
              </a:rPr>
              <a:t>System Implementation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1. Parse raw student records into structured dictionaries.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2. Sum subject marks to obtain total marks.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3. Calculate percentage from the total score.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4. Assign grades using percentage thresholds.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5. Sort student records by total marks in descending order.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Output: structured student results with total, percentage, grade and ranking.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latin typeface="Times New Roman"/>
              </a:rPr>
              <a:t>Learning Outcomes,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Gained practical experience in Python data parsing and manipulation.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Improved understanding of dictionaries, conditional logic and sorting.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Learned foundational JSON serialization concepts.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The project demonstrates automation of student result processing.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t>Future scope: database integration, GUI, subject-wise weighting and individual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